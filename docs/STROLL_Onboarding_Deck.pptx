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182880" cy="3108960"/>
          </a:xfrm>
          <a:prstGeom prst="rect">
            <a:avLst/>
          </a:prstGeom>
          <a:solidFill>
            <a:srgbClr val="4B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102412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Segoe UI"/>
              </a:defRPr>
            </a:pPr>
            <a:r>
              <a:t>STROLL Team Onboarding</a:t>
            </a:r>
          </a:p>
          <a:p>
            <a:pPr>
              <a:defRPr sz="2300">
                <a:solidFill>
                  <a:srgbClr val="CDDFF7"/>
                </a:solidFill>
                <a:latin typeface="Segoe UI"/>
              </a:defRPr>
            </a:pPr>
            <a:r>
              <a:t>What we are building, why it matters, and how you can help shape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44068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AAC2E1"/>
                </a:solidFill>
                <a:latin typeface="Segoe UI"/>
              </a:defRPr>
            </a:pPr>
            <a:r>
              <a:t>Team onboarding deck | March 20,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4B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The Everyday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51560"/>
            <a:ext cx="5532120" cy="5440680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55080" y="1051560"/>
            <a:ext cx="5212080" cy="5440680"/>
          </a:xfrm>
          <a:prstGeom prst="roundRect">
            <a:avLst/>
          </a:prstGeom>
          <a:solidFill>
            <a:srgbClr val="E7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4937760" cy="4983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2845"/>
                </a:solidFill>
                <a:latin typeface="Segoe UI"/>
              </a:defRPr>
            </a:pPr>
            <a:r>
              <a:t>Group Chat Reality</a:t>
            </a:r>
          </a:p>
          <a:p>
            <a:pPr>
              <a:defRPr sz="2000">
                <a:solidFill>
                  <a:srgbClr val="192845"/>
                </a:solidFill>
                <a:latin typeface="Segoe UI"/>
              </a:defRPr>
            </a:pPr>
            <a:r>
              <a:t>40+ messages and still no plan</a:t>
            </a:r>
          </a:p>
          <a:p>
            <a:pPr>
              <a:defRPr sz="2000">
                <a:solidFill>
                  <a:srgbClr val="192845"/>
                </a:solidFill>
                <a:latin typeface="Segoe UI"/>
              </a:defRPr>
            </a:pPr>
            <a:r>
              <a:t>Everyone asks what should we do</a:t>
            </a:r>
          </a:p>
          <a:p>
            <a:pPr>
              <a:defRPr sz="2000">
                <a:solidFill>
                  <a:srgbClr val="192845"/>
                </a:solidFill>
                <a:latin typeface="Segoe UI"/>
              </a:defRPr>
            </a:pPr>
            <a:r>
              <a:t>Ideas are random and hard to compare</a:t>
            </a:r>
          </a:p>
          <a:p>
            <a:pPr>
              <a:defRPr sz="2000">
                <a:solidFill>
                  <a:srgbClr val="192845"/>
                </a:solidFill>
                <a:latin typeface="Segoe UI"/>
              </a:defRPr>
            </a:pPr>
            <a:r>
              <a:t>Decision fatigue kills momentum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1325880"/>
            <a:ext cx="4754880" cy="4983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2845"/>
                </a:solidFill>
                <a:latin typeface="Segoe UI"/>
              </a:defRPr>
            </a:pPr>
            <a:r>
              <a:t>Real-World Impact</a:t>
            </a:r>
          </a:p>
          <a:p>
            <a:pPr>
              <a:defRPr sz="2000">
                <a:solidFill>
                  <a:srgbClr val="192845"/>
                </a:solidFill>
                <a:latin typeface="Segoe UI"/>
              </a:defRPr>
            </a:pPr>
            <a:r>
              <a:t>People default to staying in</a:t>
            </a:r>
          </a:p>
          <a:p>
            <a:pPr>
              <a:defRPr sz="2000">
                <a:solidFill>
                  <a:srgbClr val="192845"/>
                </a:solidFill>
                <a:latin typeface="Segoe UI"/>
              </a:defRPr>
            </a:pPr>
            <a:r>
              <a:t>Friends meet less often</a:t>
            </a:r>
          </a:p>
          <a:p>
            <a:pPr>
              <a:defRPr sz="2000">
                <a:solidFill>
                  <a:srgbClr val="192845"/>
                </a:solidFill>
                <a:latin typeface="Segoe UI"/>
              </a:defRPr>
            </a:pPr>
            <a:r>
              <a:t>Great local options are missed</a:t>
            </a:r>
          </a:p>
          <a:p>
            <a:pPr>
              <a:defRPr sz="2000">
                <a:solidFill>
                  <a:srgbClr val="192845"/>
                </a:solidFill>
                <a:latin typeface="Segoe UI"/>
              </a:defRPr>
            </a:pPr>
            <a:r>
              <a:t>Planning feels like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4B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Our Aim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5C6C82"/>
                </a:solidFill>
                <a:latin typeface="Segoe UI"/>
              </a:defRPr>
            </a:pPr>
            <a:r>
              <a:t>Core 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92845"/>
                </a:solidFill>
                <a:latin typeface="Segoe UI"/>
              </a:defRPr>
            </a:pPr>
            <a:r>
              <a:t>Make real-world social plans as easy as asking one good question.</a:t>
            </a:r>
          </a:p>
          <a:p>
            <a:pPr>
              <a:defRPr sz="2400">
                <a:solidFill>
                  <a:srgbClr val="192845"/>
                </a:solidFill>
                <a:latin typeface="Segoe UI"/>
              </a:defRPr>
            </a:pPr>
            <a:r>
              <a:t>Turn messy intent into clear activity recommendations in minutes.</a:t>
            </a:r>
          </a:p>
          <a:p>
            <a:pPr>
              <a:defRPr sz="2400">
                <a:solidFill>
                  <a:srgbClr val="192845"/>
                </a:solidFill>
                <a:latin typeface="Segoe UI"/>
              </a:defRPr>
            </a:pPr>
            <a:r>
              <a:t>Help groups go from maybe to confirmed with less friction.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4B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Analogy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5C6C82"/>
                </a:solidFill>
                <a:latin typeface="Segoe UI"/>
              </a:defRPr>
            </a:pPr>
            <a:r>
              <a:t>How to explain STROLL in one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92845"/>
                </a:solidFill>
                <a:latin typeface="Segoe UI"/>
              </a:defRPr>
            </a:pPr>
            <a:r>
              <a:t>STROLL is like a social copilot for your free time.</a:t>
            </a:r>
          </a:p>
          <a:p>
            <a:pPr>
              <a:defRPr sz="2400">
                <a:solidFill>
                  <a:srgbClr val="192845"/>
                </a:solidFill>
                <a:latin typeface="Segoe UI"/>
              </a:defRPr>
            </a:pPr>
            <a:r>
              <a:t>Think Waze for hangouts: quickest route from idea to action.</a:t>
            </a:r>
          </a:p>
          <a:p>
            <a:pPr>
              <a:defRPr sz="2400">
                <a:solidFill>
                  <a:srgbClr val="192845"/>
                </a:solidFill>
                <a:latin typeface="Segoe UI"/>
              </a:defRPr>
            </a:pPr>
            <a:r>
              <a:t>Think playlist curation, but for activities your group can actually 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4B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Daily Life Mirror: 10-Minute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1005840" y="3337560"/>
            <a:ext cx="10058400" cy="73152"/>
          </a:xfrm>
          <a:prstGeom prst="rect">
            <a:avLst/>
          </a:prstGeom>
          <a:solidFill>
            <a:srgbClr val="4B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3063240"/>
            <a:ext cx="502920" cy="502920"/>
          </a:xfrm>
          <a:prstGeom prst="ellipse">
            <a:avLst/>
          </a:prstGeom>
          <a:solidFill>
            <a:srgbClr val="FFD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14884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92845"/>
                </a:solidFill>
                <a:latin typeface="Segoe UI"/>
              </a:defRPr>
            </a:pPr>
            <a:r>
              <a:t>8:10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657600"/>
            <a:ext cx="1828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192845"/>
                </a:solidFill>
                <a:latin typeface="Segoe UI"/>
              </a:defRPr>
            </a:pPr>
            <a:r>
              <a:t>Friends say</a:t>
            </a:r>
          </a:p>
          <a:p>
            <a:r>
              <a:t>what should we do?</a:t>
            </a:r>
          </a:p>
        </p:txBody>
      </p:sp>
      <p:sp>
        <p:nvSpPr>
          <p:cNvPr id="7" name="Oval 6"/>
          <p:cNvSpPr/>
          <p:nvPr/>
        </p:nvSpPr>
        <p:spPr>
          <a:xfrm>
            <a:off x="3474720" y="3063240"/>
            <a:ext cx="502920" cy="502920"/>
          </a:xfrm>
          <a:prstGeom prst="ellipse">
            <a:avLst/>
          </a:prstGeom>
          <a:solidFill>
            <a:srgbClr val="FFD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54680" y="214884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92845"/>
                </a:solidFill>
                <a:latin typeface="Segoe UI"/>
              </a:defRPr>
            </a:pPr>
            <a:r>
              <a:t>8:12 PM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3657600"/>
            <a:ext cx="1828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192845"/>
                </a:solidFill>
                <a:latin typeface="Segoe UI"/>
              </a:defRPr>
            </a:pPr>
            <a:r>
              <a:t>Ask STROLL</a:t>
            </a:r>
          </a:p>
          <a:p>
            <a:r>
              <a:t>Find cheap food nearby</a:t>
            </a:r>
          </a:p>
        </p:txBody>
      </p:sp>
      <p:sp>
        <p:nvSpPr>
          <p:cNvPr id="10" name="Oval 9"/>
          <p:cNvSpPr/>
          <p:nvPr/>
        </p:nvSpPr>
        <p:spPr>
          <a:xfrm>
            <a:off x="6035040" y="3063240"/>
            <a:ext cx="502920" cy="502920"/>
          </a:xfrm>
          <a:prstGeom prst="ellipse">
            <a:avLst/>
          </a:prstGeom>
          <a:solidFill>
            <a:srgbClr val="FFD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15000" y="214884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92845"/>
                </a:solidFill>
                <a:latin typeface="Segoe UI"/>
              </a:defRPr>
            </a:pPr>
            <a:r>
              <a:t>8:15 PM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3657600"/>
            <a:ext cx="1828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192845"/>
                </a:solidFill>
                <a:latin typeface="Segoe UI"/>
              </a:defRPr>
            </a:pPr>
            <a:r>
              <a:t>Get curated</a:t>
            </a:r>
          </a:p>
          <a:p>
            <a:r>
              <a:t>options + summary</a:t>
            </a:r>
          </a:p>
        </p:txBody>
      </p:sp>
      <p:sp>
        <p:nvSpPr>
          <p:cNvPr id="13" name="Oval 12"/>
          <p:cNvSpPr/>
          <p:nvPr/>
        </p:nvSpPr>
        <p:spPr>
          <a:xfrm>
            <a:off x="8595360" y="3063240"/>
            <a:ext cx="502920" cy="502920"/>
          </a:xfrm>
          <a:prstGeom prst="ellipse">
            <a:avLst/>
          </a:prstGeom>
          <a:solidFill>
            <a:srgbClr val="FFD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214884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92845"/>
                </a:solidFill>
                <a:latin typeface="Segoe UI"/>
              </a:defRPr>
            </a:pPr>
            <a:r>
              <a:t>8:20 PM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0" y="3657600"/>
            <a:ext cx="1828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192845"/>
                </a:solidFill>
                <a:latin typeface="Segoe UI"/>
              </a:defRPr>
            </a:pPr>
            <a:r>
              <a:t>Vote and go</a:t>
            </a:r>
          </a:p>
          <a:p>
            <a:r>
              <a:t>less chat chaos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11430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92845"/>
                </a:solidFill>
                <a:latin typeface="Segoe UI"/>
              </a:defRPr>
            </a:pPr>
            <a:r>
              <a:t>Analogy: STROLL is like a trusted friend who knows your city, your vibe, and your group.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4B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How We Build 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51560"/>
            <a:ext cx="5532120" cy="5440680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55080" y="1051560"/>
            <a:ext cx="5212080" cy="5440680"/>
          </a:xfrm>
          <a:prstGeom prst="roundRect">
            <a:avLst/>
          </a:prstGeom>
          <a:solidFill>
            <a:srgbClr val="E7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4937760" cy="4983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2845"/>
                </a:solidFill>
                <a:latin typeface="Segoe UI"/>
              </a:defRPr>
            </a:pPr>
            <a:r>
              <a:t>Approach</a:t>
            </a:r>
          </a:p>
          <a:p>
            <a:pPr>
              <a:defRPr sz="2000">
                <a:solidFill>
                  <a:srgbClr val="192845"/>
                </a:solidFill>
                <a:latin typeface="Segoe UI"/>
              </a:defRPr>
            </a:pPr>
            <a:r>
              <a:t>Ship minimal V1 first</a:t>
            </a:r>
          </a:p>
          <a:p>
            <a:pPr>
              <a:defRPr sz="2000">
                <a:solidFill>
                  <a:srgbClr val="192845"/>
                </a:solidFill>
                <a:latin typeface="Segoe UI"/>
              </a:defRPr>
            </a:pPr>
            <a:r>
              <a:t>Flutter UI + Rust core</a:t>
            </a:r>
          </a:p>
          <a:p>
            <a:pPr>
              <a:defRPr sz="2000">
                <a:solidFill>
                  <a:srgbClr val="192845"/>
                </a:solidFill>
                <a:latin typeface="Segoe UI"/>
              </a:defRPr>
            </a:pPr>
            <a:r>
              <a:t>SQLite local-first reliability</a:t>
            </a:r>
          </a:p>
          <a:p>
            <a:pPr>
              <a:defRPr sz="2000">
                <a:solidFill>
                  <a:srgbClr val="192845"/>
                </a:solidFill>
                <a:latin typeface="Segoe UI"/>
              </a:defRPr>
            </a:pPr>
            <a:r>
              <a:t>Typed contracts and deterministic states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1325880"/>
            <a:ext cx="4754880" cy="4983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2845"/>
                </a:solidFill>
                <a:latin typeface="Segoe UI"/>
              </a:defRPr>
            </a:pPr>
            <a:r>
              <a:t>What That Gives Us</a:t>
            </a:r>
          </a:p>
          <a:p>
            <a:pPr>
              <a:defRPr sz="2000">
                <a:solidFill>
                  <a:srgbClr val="192845"/>
                </a:solidFill>
                <a:latin typeface="Segoe UI"/>
              </a:defRPr>
            </a:pPr>
            <a:r>
              <a:t>Fast iteration without backend drag</a:t>
            </a:r>
          </a:p>
          <a:p>
            <a:pPr>
              <a:defRPr sz="2000">
                <a:solidFill>
                  <a:srgbClr val="192845"/>
                </a:solidFill>
                <a:latin typeface="Segoe UI"/>
              </a:defRPr>
            </a:pPr>
            <a:r>
              <a:t>Cross-platform path from day one</a:t>
            </a:r>
          </a:p>
          <a:p>
            <a:pPr>
              <a:defRPr sz="2000">
                <a:solidFill>
                  <a:srgbClr val="192845"/>
                </a:solidFill>
                <a:latin typeface="Segoe UI"/>
              </a:defRPr>
            </a:pPr>
            <a:r>
              <a:t>Testability with clear release gates</a:t>
            </a:r>
          </a:p>
          <a:p>
            <a:pPr>
              <a:defRPr sz="2000">
                <a:solidFill>
                  <a:srgbClr val="192845"/>
                </a:solidFill>
                <a:latin typeface="Segoe UI"/>
              </a:defRPr>
            </a:pPr>
            <a:r>
              <a:t>A stable base for AI expansion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4B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Current V1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5C6C82"/>
                </a:solidFill>
                <a:latin typeface="Segoe UI"/>
              </a:defRPr>
            </a:pPr>
            <a:r>
              <a:t>What teammates can demo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78992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92845"/>
                </a:solidFill>
                <a:latin typeface="Segoe UI"/>
              </a:defRPr>
            </a:pPr>
            <a:r>
              <a:t>Feed: personalized activity and social content.</a:t>
            </a:r>
          </a:p>
          <a:p>
            <a:pPr>
              <a:defRPr sz="2400">
                <a:solidFill>
                  <a:srgbClr val="192845"/>
                </a:solidFill>
                <a:latin typeface="Segoe UI"/>
              </a:defRPr>
            </a:pPr>
            <a:r>
              <a:t>Voice Agent: voice/text query with recommendation summary.</a:t>
            </a:r>
          </a:p>
          <a:p>
            <a:pPr>
              <a:defRPr sz="2400">
                <a:solidFill>
                  <a:srgbClr val="192845"/>
                </a:solidFill>
                <a:latin typeface="Segoe UI"/>
              </a:defRPr>
            </a:pPr>
            <a:r>
              <a:t>Links: follow users and manage network requests.</a:t>
            </a:r>
          </a:p>
          <a:p>
            <a:pPr>
              <a:defRPr sz="2400">
                <a:solidFill>
                  <a:srgbClr val="192845"/>
                </a:solidFill>
                <a:latin typeface="Segoe UI"/>
              </a:defRPr>
            </a:pPr>
            <a:r>
              <a:t>Explore + Profile: trending discovery and local user settings.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4B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Future AI Agent Add-ons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43000"/>
            <a:ext cx="5074920" cy="1920240"/>
          </a:xfrm>
          <a:prstGeom prst="roundRect">
            <a:avLst/>
          </a:prstGeom>
          <a:solidFill>
            <a:srgbClr val="E6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325880"/>
            <a:ext cx="45720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92845"/>
                </a:solidFill>
                <a:latin typeface="Segoe UI"/>
              </a:defRPr>
            </a:pPr>
            <a:r>
              <a:t>Planner Agent</a:t>
            </a:r>
          </a:p>
          <a:p>
            <a:pPr>
              <a:defRPr sz="1500">
                <a:solidFill>
                  <a:srgbClr val="192845"/>
                </a:solidFill>
                <a:latin typeface="Segoe UI"/>
              </a:defRPr>
            </a:pPr>
            <a:r>
              <a:t>Turns group intent into a short plan with options and tradeoffs.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143000"/>
            <a:ext cx="5074920" cy="1920240"/>
          </a:xfrm>
          <a:prstGeom prst="roundRect">
            <a:avLst/>
          </a:prstGeom>
          <a:solidFill>
            <a:srgbClr val="E6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325880"/>
            <a:ext cx="45720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92845"/>
                </a:solidFill>
                <a:latin typeface="Segoe UI"/>
              </a:defRPr>
            </a:pPr>
            <a:r>
              <a:t>Memory Agent</a:t>
            </a:r>
          </a:p>
          <a:p>
            <a:pPr>
              <a:defRPr sz="1500">
                <a:solidFill>
                  <a:srgbClr val="192845"/>
                </a:solidFill>
                <a:latin typeface="Segoe UI"/>
              </a:defRPr>
            </a:pPr>
            <a:r>
              <a:t>Remembers saved places, budgets, and previous group choices.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57600"/>
            <a:ext cx="5074920" cy="1920240"/>
          </a:xfrm>
          <a:prstGeom prst="roundRect">
            <a:avLst/>
          </a:prstGeom>
          <a:solidFill>
            <a:srgbClr val="E6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840480"/>
            <a:ext cx="45720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92845"/>
                </a:solidFill>
                <a:latin typeface="Segoe UI"/>
              </a:defRPr>
            </a:pPr>
            <a:r>
              <a:t>Coordination Agent</a:t>
            </a:r>
          </a:p>
          <a:p>
            <a:pPr>
              <a:defRPr sz="1500">
                <a:solidFill>
                  <a:srgbClr val="192845"/>
                </a:solidFill>
                <a:latin typeface="Segoe UI"/>
              </a:defRPr>
            </a:pPr>
            <a:r>
              <a:t>Handles invites, polls, and who is in, with minimal chat noise.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3657600"/>
            <a:ext cx="5074920" cy="1920240"/>
          </a:xfrm>
          <a:prstGeom prst="roundRect">
            <a:avLst/>
          </a:prstGeom>
          <a:solidFill>
            <a:srgbClr val="E6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3840480"/>
            <a:ext cx="45720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92845"/>
                </a:solidFill>
                <a:latin typeface="Segoe UI"/>
              </a:defRPr>
            </a:pPr>
            <a:r>
              <a:t>Safety Agent</a:t>
            </a:r>
          </a:p>
          <a:p>
            <a:pPr>
              <a:defRPr sz="1500">
                <a:solidFill>
                  <a:srgbClr val="192845"/>
                </a:solidFill>
                <a:latin typeface="Segoe UI"/>
              </a:defRPr>
            </a:pPr>
            <a:r>
              <a:t>Adds guardrails for location context, quality, and trusted suggestions.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4B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What Success Looks Like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51560"/>
            <a:ext cx="5532120" cy="5440680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55080" y="1051560"/>
            <a:ext cx="5212080" cy="5440680"/>
          </a:xfrm>
          <a:prstGeom prst="roundRect">
            <a:avLst/>
          </a:prstGeom>
          <a:solidFill>
            <a:srgbClr val="E7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4937760" cy="4983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2845"/>
                </a:solidFill>
                <a:latin typeface="Segoe UI"/>
              </a:defRPr>
            </a:pPr>
            <a:r>
              <a:t>Short-Term</a:t>
            </a:r>
          </a:p>
          <a:p>
            <a:pPr>
              <a:defRPr sz="2000">
                <a:solidFill>
                  <a:srgbClr val="192845"/>
                </a:solidFill>
                <a:latin typeface="Segoe UI"/>
              </a:defRPr>
            </a:pPr>
            <a:r>
              <a:t>People use it in real friend planning</a:t>
            </a:r>
          </a:p>
          <a:p>
            <a:pPr>
              <a:defRPr sz="2000">
                <a:solidFill>
                  <a:srgbClr val="192845"/>
                </a:solidFill>
                <a:latin typeface="Segoe UI"/>
              </a:defRPr>
            </a:pPr>
            <a:r>
              <a:t>Faster decision time per outing</a:t>
            </a:r>
          </a:p>
          <a:p>
            <a:pPr>
              <a:defRPr sz="2000">
                <a:solidFill>
                  <a:srgbClr val="192845"/>
                </a:solidFill>
                <a:latin typeface="Segoe UI"/>
              </a:defRPr>
            </a:pPr>
            <a:r>
              <a:t>Higher follow-through on plans</a:t>
            </a:r>
          </a:p>
          <a:p>
            <a:pPr>
              <a:defRPr sz="2000">
                <a:solidFill>
                  <a:srgbClr val="192845"/>
                </a:solidFill>
                <a:latin typeface="Segoe UI"/>
              </a:defRPr>
            </a:pPr>
            <a:r>
              <a:t>Usable testing and release cadence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1325880"/>
            <a:ext cx="4754880" cy="4983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2845"/>
                </a:solidFill>
                <a:latin typeface="Segoe UI"/>
              </a:defRPr>
            </a:pPr>
            <a:r>
              <a:t>Long-Term</a:t>
            </a:r>
          </a:p>
          <a:p>
            <a:pPr>
              <a:defRPr sz="2000">
                <a:solidFill>
                  <a:srgbClr val="192845"/>
                </a:solidFill>
                <a:latin typeface="Segoe UI"/>
              </a:defRPr>
            </a:pPr>
            <a:r>
              <a:t>Trusted social planning assistant</a:t>
            </a:r>
          </a:p>
          <a:p>
            <a:pPr>
              <a:defRPr sz="2000">
                <a:solidFill>
                  <a:srgbClr val="192845"/>
                </a:solidFill>
                <a:latin typeface="Segoe UI"/>
              </a:defRPr>
            </a:pPr>
            <a:r>
              <a:t>Smarter, context-aware AI guidance</a:t>
            </a:r>
          </a:p>
          <a:p>
            <a:pPr>
              <a:defRPr sz="2000">
                <a:solidFill>
                  <a:srgbClr val="192845"/>
                </a:solidFill>
                <a:latin typeface="Segoe UI"/>
              </a:defRPr>
            </a:pPr>
            <a:r>
              <a:t>Positive local community discovery</a:t>
            </a:r>
          </a:p>
          <a:p>
            <a:pPr>
              <a:defRPr sz="2000">
                <a:solidFill>
                  <a:srgbClr val="192845"/>
                </a:solidFill>
                <a:latin typeface="Segoe UI"/>
              </a:defRPr>
            </a:pPr>
            <a:r>
              <a:t>Sustainable product and contributor community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4B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Get On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FFFFF"/>
                </a:solidFill>
                <a:latin typeface="Segoe UI"/>
              </a:defRPr>
            </a:pPr>
            <a:r>
              <a:t>If planning social activities feels harder than it should, this is for you.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468880"/>
            <a:ext cx="10972800" cy="3291840"/>
          </a:xfrm>
          <a:prstGeom prst="roundRect">
            <a:avLst/>
          </a:prstGeom>
          <a:solidFill>
            <a:srgbClr val="1C3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743200"/>
            <a:ext cx="1042416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How to contribute right now:</a:t>
            </a:r>
          </a:p>
          <a:p>
            <a:pPr>
              <a:defRPr sz="1800" b="0">
                <a:solidFill>
                  <a:srgbClr val="FFFFFF"/>
                </a:solidFill>
                <a:latin typeface="Segoe UI"/>
              </a:defRPr>
            </a:pPr>
            <a:r>
              <a:t>- Product/story: define user moments and feedback loops.</a:t>
            </a:r>
          </a:p>
          <a:p>
            <a:pPr>
              <a:defRPr sz="1800" b="0">
                <a:solidFill>
                  <a:srgbClr val="FFFFFF"/>
                </a:solidFill>
                <a:latin typeface="Segoe UI"/>
              </a:defRPr>
            </a:pPr>
            <a:r>
              <a:t>- Engineering: Flutter UX, Rust logic, testing and reliability.</a:t>
            </a:r>
          </a:p>
          <a:p>
            <a:pPr>
              <a:defRPr sz="1800" b="0">
                <a:solidFill>
                  <a:srgbClr val="FFFFFF"/>
                </a:solidFill>
                <a:latin typeface="Segoe UI"/>
              </a:defRPr>
            </a:pPr>
            <a:r>
              <a:t>- Community: pilot with friends/classmates and collect real usage stories.</a:t>
            </a:r>
          </a:p>
          <a:p>
            <a:pPr>
              <a:defRPr sz="1800" b="0">
                <a:solidFill>
                  <a:srgbClr val="FFFFFF"/>
                </a:solidFill>
                <a:latin typeface="Segoe UI"/>
              </a:defRPr>
            </a:pPr>
            <a:r>
              <a:t>Goal: ship a useful V1 fast, learn from real people, then scale with AI add-ons.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