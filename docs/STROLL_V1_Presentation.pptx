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164592" cy="2377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8755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STROLL</a:t>
            </a:r>
          </a:p>
          <a:p>
            <a:pPr>
              <a:defRPr sz="2200">
                <a:solidFill>
                  <a:srgbClr val="CBDCF1"/>
                </a:solidFill>
                <a:latin typeface="Segoe UI"/>
              </a:defRPr>
            </a:pPr>
            <a:r>
              <a:t>Voice-Curated Social Activity App</a:t>
            </a:r>
            <a:br/>
            <a:r>
              <a:t>Minimal V1: Flutter + Rust + Local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E4"/>
                </a:solidFill>
                <a:latin typeface="Segoe UI"/>
              </a:defRPr>
            </a:pPr>
            <a:r>
              <a:t>Presentation date: March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C82"/>
                </a:solidFill>
                <a:latin typeface="Segoe UI"/>
              </a:defRPr>
            </a:pPr>
            <a:r>
              <a:t>Why this app exists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People want to do more with friends, but planning is fragmented.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Discovery apps optimize for scrolling, not coordinated real-world action.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Users face decision overload and context switching across chat, maps, and social feeds.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Voice input now enables low-friction intent capture in everyday moments.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C82"/>
                </a:solidFill>
                <a:latin typeface="Segoe UI"/>
              </a:defRPr>
            </a:pPr>
            <a:r>
              <a:t>Simple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STROLL turns natural voice or text requests into social activity recommendations.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It combines personalized feed, links, explore, and profile into one focused flow.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V1 is intentionally local-first for fast iteration and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V1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C82"/>
                </a:solidFill>
                <a:latin typeface="Segoe UI"/>
              </a:defRPr>
            </a:pPr>
            <a:r>
              <a:t>What ships in Minimal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Included: Feed, Voice Agent, Links (follow + requests), Explore, read-only Profile.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Platform: Flutter app with Rust core on Android/iOS first.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Out of V1: camera analysis, maps actions, push, auth/backend sync, React parity.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C82"/>
                </a:solidFill>
                <a:latin typeface="Segoe UI"/>
              </a:defRPr>
            </a:pPr>
            <a:r>
              <a:t>Rust + Flutter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Flutter UI layer for screens, navigation, and user interactions.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Rust core for recommendation logic, social graph operations, and persistence.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SQLite store for local user state, social content, following, and saved activities.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Optional recommendation API supports local, OpenRouter, and Hugging Face providers.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Recommendation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C82"/>
                </a:solidFill>
                <a:latin typeface="Segoe UI"/>
              </a:defRPr>
            </a:pPr>
            <a:r>
              <a:t>End-to-end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User asks by voice/text, optionally with location.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Rust parses intent and filters candidates.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Summary can be generated locally or via configured provider.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UI shows backend badge so testers can verify API vs FFI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Testing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C82"/>
                </a:solidFill>
                <a:latin typeface="Segoe UI"/>
              </a:defRPr>
            </a:pPr>
            <a:r>
              <a:t>Quality and release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Rust gates: fmt, clippy, and tests pass for core, API, and SQLite persistence.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Flutter gates are scripted: analyze, unit/widget tests, integration smoke.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Bootstrap scripts install Flutter SDK and run gates for local/CI parity.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How This Helps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5577840" cy="5303520"/>
          </a:xfrm>
          <a:prstGeom prst="roundRect">
            <a:avLst/>
          </a:prstGeom>
          <a:solidFill>
            <a:srgbClr val="E8F1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5080" y="1097280"/>
            <a:ext cx="5166360" cy="5303520"/>
          </a:xfrm>
          <a:prstGeom prst="roundRect">
            <a:avLst/>
          </a:prstGeom>
          <a:solidFill>
            <a:srgbClr val="E4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50292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13D"/>
                </a:solidFill>
                <a:latin typeface="Segoe UI"/>
              </a:defRPr>
            </a:pPr>
            <a:r>
              <a:t>For Users</a:t>
            </a:r>
          </a:p>
          <a:p>
            <a:pPr>
              <a:defRPr sz="2000">
                <a:solidFill>
                  <a:srgbClr val="14213D"/>
                </a:solidFill>
                <a:latin typeface="Segoe UI"/>
              </a:defRPr>
            </a:pPr>
            <a:r>
              <a:t>Less planning friction</a:t>
            </a:r>
          </a:p>
          <a:p>
            <a:pPr>
              <a:defRPr sz="2000">
                <a:solidFill>
                  <a:srgbClr val="14213D"/>
                </a:solidFill>
                <a:latin typeface="Segoe UI"/>
              </a:defRPr>
            </a:pPr>
            <a:r>
              <a:t>Faster intent to action</a:t>
            </a:r>
          </a:p>
          <a:p>
            <a:pPr>
              <a:defRPr sz="2000">
                <a:solidFill>
                  <a:srgbClr val="14213D"/>
                </a:solidFill>
                <a:latin typeface="Segoe UI"/>
              </a:defRPr>
            </a:pPr>
            <a:r>
              <a:t>More relevant local options</a:t>
            </a:r>
          </a:p>
          <a:p>
            <a:pPr>
              <a:defRPr sz="2000">
                <a:solidFill>
                  <a:srgbClr val="14213D"/>
                </a:solidFill>
                <a:latin typeface="Segoe UI"/>
              </a:defRPr>
            </a:pPr>
            <a:r>
              <a:t>Voice-first convenience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325880"/>
            <a:ext cx="47548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13D"/>
                </a:solidFill>
                <a:latin typeface="Segoe UI"/>
              </a:defRPr>
            </a:pPr>
            <a:r>
              <a:t>For Teams/Builders</a:t>
            </a:r>
          </a:p>
          <a:p>
            <a:pPr>
              <a:defRPr sz="2000">
                <a:solidFill>
                  <a:srgbClr val="14213D"/>
                </a:solidFill>
                <a:latin typeface="Segoe UI"/>
              </a:defRPr>
            </a:pPr>
            <a:r>
              <a:t>Strong typed contracts</a:t>
            </a:r>
          </a:p>
          <a:p>
            <a:pPr>
              <a:defRPr sz="2000">
                <a:solidFill>
                  <a:srgbClr val="14213D"/>
                </a:solidFill>
                <a:latin typeface="Segoe UI"/>
              </a:defRPr>
            </a:pPr>
            <a:r>
              <a:t>Local-first reliability</a:t>
            </a:r>
          </a:p>
          <a:p>
            <a:pPr>
              <a:defRPr sz="2000">
                <a:solidFill>
                  <a:srgbClr val="14213D"/>
                </a:solidFill>
                <a:latin typeface="Segoe UI"/>
              </a:defRPr>
            </a:pPr>
            <a:r>
              <a:t>Clear test gates</a:t>
            </a:r>
          </a:p>
          <a:p>
            <a:pPr>
              <a:defRPr sz="2000">
                <a:solidFill>
                  <a:srgbClr val="14213D"/>
                </a:solidFill>
                <a:latin typeface="Segoe UI"/>
              </a:defRPr>
            </a:pPr>
            <a:r>
              <a:t>Low-cost iteration loop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Positive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C82"/>
                </a:solidFill>
                <a:latin typeface="Segoe UI"/>
              </a:defRPr>
            </a:pPr>
            <a:r>
              <a:t>User, community, and ecosystem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Promotes real social connection by making offline plans easier to start.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Can increase local business/event discovery through contextual recommendations.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Supports accessibility via voice interaction and deterministic UI states.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Improves trust with transparent backend mode and local data persistence.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C82"/>
                </a:solidFill>
                <a:latin typeface="Segoe UI"/>
              </a:defRPr>
            </a:pPr>
            <a: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Complete Flutter gate run in target dev environment.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Pilot with a small user group and capture recommendation quality feedback.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Tune ranking and provider prompts from real usage data.</a:t>
            </a:r>
          </a:p>
          <a:p>
            <a:pPr>
              <a:defRPr sz="2700">
                <a:solidFill>
                  <a:srgbClr val="14213D"/>
                </a:solidFill>
                <a:latin typeface="Segoe UI"/>
              </a:defRPr>
            </a:pPr>
            <a:r>
              <a:t>Prepare V1 release package and launch checklist.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